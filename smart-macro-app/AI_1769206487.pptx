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Intelligence refers to the development of computer systems that can perform tasks that typically require human intelligence, such as visual perception, speech recognition, decision-making, and language translation.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Machine Learning: a type of AI that enables computers to learn from data without being explicitly programmed.</a:t>
            </a:r>
          </a:p>
          <a:p>
            <a:pPr/>
            <a:r>
              <a:t>Natural Language Processing (NLP): a type of AI that enables computers to understand and generate human-like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Virtual Assistants: AI-powered assistants like Siri, Alexa, and Google Assistant that can perform tasks and answer questions.</a:t>
            </a:r>
          </a:p>
          <a:p>
            <a:pPr/>
            <a:r>
              <a:t>Image Recognition: AI-powered systems that can recognize and classify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Improved Efficiency: AI can automate repetitive tasks and improve productivity.</a:t>
            </a:r>
          </a:p>
          <a:p>
            <a:pPr/>
            <a:r>
              <a:t>Enhanced Customer Experience: AI-powered chatbots can provide personalized customer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Quality Issues: AI relies heavily on data quality, which can be a challenge in many industries.</a:t>
            </a:r>
          </a:p>
          <a:p>
            <a:pPr/>
            <a:r>
              <a:t>Ethical Concerns: AI has raised ethical concerns about job displacement and bias.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