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intelligence (AI) refers to the development of computer systems that can perform tasks that typically require human intelligence, such as visual perception, speech recognition, and decision-making.</a:t>
            </a:r>
          </a:p>
          <a:p>
            <a:pPr/>
            <a:r>
              <a:t>AI systems are designed to simulate human thought processes, enabling them to learn from data and improve their performance over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Machine Learning: AI that can learn from data without being explicitly programmed.</a:t>
            </a:r>
          </a:p>
          <a:p>
            <a:pPr/>
            <a:r>
              <a:t>Deep Learning: A subset of machine learning that uses neural networks to analyze complex data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Natural Language Processing (NLP) for chatbots and virtual assistants</a:t>
            </a:r>
          </a:p>
          <a:p>
            <a:pPr/>
            <a:r>
              <a:t>Computer Vision for image recognition and facial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Improved decision-making through data-driven insights</a:t>
            </a:r>
          </a:p>
          <a:p>
            <a:pPr/>
            <a:r>
              <a:t>Increased efficiency in automation 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quality and availability issues</a:t>
            </a:r>
          </a:p>
          <a:p>
            <a:pPr/>
            <a:r>
              <a:t>Ethical considerations for AI development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