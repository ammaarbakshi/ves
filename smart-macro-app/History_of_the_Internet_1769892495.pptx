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Dawn of the Internet</a:t>
            </a:r>
          </a:p>
        </p:txBody>
      </p:sp>
      <p:sp>
        <p:nvSpPr>
          <p:cNvPr id="3" name="Content Placeholder 2"/>
          <p:cNvSpPr>
            <a:spLocks noGrp="1"/>
          </p:cNvSpPr>
          <p:nvPr>
            <p:ph idx="1"/>
          </p:nvPr>
        </p:nvSpPr>
        <p:spPr/>
        <p:txBody>
          <a:bodyPr wrap="square"/>
          <a:lstStyle/>
          <a:p/>
          <a:p>
            <a:pPr>
              <a:spcAft>
                <a:spcPts val="787"/>
              </a:spcAft>
            </a:pPr>
            <a:r>
              <a:t>In the late 1960s, the United States Department of Defense's Advanced Research Projects Agency (ARPA) funded a project to create a network that could withstand a nuclear attack. This project, called ARPANET, was designed to connect computers at different research institutions across the country.</a:t>
            </a:r>
          </a:p>
          <a:p>
            <a:pPr>
              <a:spcAft>
                <a:spcPts val="787"/>
              </a:spcAft>
            </a:pPr>
            <a:r>
              <a:t>The first message sent over ARPANET was 'LO' in 1969, but it took until 1971 for the network to be fully operational. The early Internet architecture relied on packet switching, which allowed data to be transmitted efficiently and reliably between nodes.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Early Years of Networking (1970s-1980s)</a:t>
            </a:r>
          </a:p>
        </p:txBody>
      </p:sp>
      <p:sp>
        <p:nvSpPr>
          <p:cNvPr id="3" name="Content Placeholder 2"/>
          <p:cNvSpPr>
            <a:spLocks noGrp="1"/>
          </p:cNvSpPr>
          <p:nvPr>
            <p:ph idx="1"/>
          </p:nvPr>
        </p:nvSpPr>
        <p:spPr/>
        <p:txBody>
          <a:bodyPr wrap="square"/>
          <a:lstStyle/>
          <a:p/>
          <a:p>
            <a:pPr>
              <a:spcAft>
                <a:spcPts val="787"/>
              </a:spcAft>
            </a:pPr>
            <a:r>
              <a:t>In the late 1970s, researchers at Stanford University developed a protocol called TCP/IP (Transmission Control Protocol/Internet Protocol) that allowed different computer networks to communicate with each other. This marked the beginning of the modern Internet as we know it today.</a:t>
            </a:r>
          </a:p>
          <a:p>
            <a:pPr>
              <a:spcAft>
                <a:spcPts val="787"/>
              </a:spcAft>
            </a:pPr>
            <a:r>
              <a:t>The first Internet Service Provider (ISP), The WELL (Whole Earth 'Lectronic Link), was launched in 1985, offering email, chat rooms, and online forums to users. The WELL was a pioneering effort in providing access to the Internet for the general public.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World Wide Web (1990s)</a:t>
            </a:r>
          </a:p>
        </p:txBody>
      </p:sp>
      <p:sp>
        <p:nvSpPr>
          <p:cNvPr id="3" name="Content Placeholder 2"/>
          <p:cNvSpPr>
            <a:spLocks noGrp="1"/>
          </p:cNvSpPr>
          <p:nvPr>
            <p:ph idx="1"/>
          </p:nvPr>
        </p:nvSpPr>
        <p:spPr/>
        <p:txBody>
          <a:bodyPr wrap="square"/>
          <a:lstStyle/>
          <a:p/>
          <a:p>
            <a:pPr>
              <a:spcAft>
                <a:spcPts val="787"/>
              </a:spcAft>
            </a:pPr>
            <a:r>
              <a:t>In 1989, British computer scientist Tim Berners-Lee invented the World Wide Web (WWW) while working at CERN. The WWW was designed to be a system of interlinked hypertext documents that could be accessed via the Internet.</a:t>
            </a:r>
          </a:p>
          <a:p>
            <a:pPr>
              <a:spcAft>
                <a:spcPts val="787"/>
              </a:spcAft>
            </a:pPr>
            <a:r>
              <a:t>The first website was launched in August 1991 and was initially only accessible to users with access to the Internet from their institutions. It wasn't until 1993, when the World Wide Web Consortium (W3C) was established, that the web began to open up to the general public.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Rise of Commercialization and Broadband ( Late 1990s-Early 2000s)</a:t>
            </a:r>
          </a:p>
        </p:txBody>
      </p:sp>
      <p:sp>
        <p:nvSpPr>
          <p:cNvPr id="3" name="Content Placeholder 2"/>
          <p:cNvSpPr>
            <a:spLocks noGrp="1"/>
          </p:cNvSpPr>
          <p:nvPr>
            <p:ph idx="1"/>
          </p:nvPr>
        </p:nvSpPr>
        <p:spPr/>
        <p:txBody>
          <a:bodyPr wrap="square"/>
          <a:lstStyle/>
          <a:p/>
          <a:p>
            <a:pPr>
              <a:spcAft>
                <a:spcPts val="787"/>
              </a:spcAft>
            </a:pPr>
            <a:r>
              <a:t>In the late 1990s, commercial ISPs like America Online (AOL) and EarthLink began to offer dial-up access to the Internet for the general public. This marked a significant shift towards widespread adoption of the Internet.</a:t>
            </a:r>
          </a:p>
          <a:p>
            <a:pPr>
              <a:spcAft>
                <a:spcPts val="787"/>
              </a:spcAft>
            </a:pPr>
            <a:r>
              <a:t>The introduction of broadband technologies like DSL (Digital Subscriber Line), cable modem, and fiber-optic connections in the early 2000s enabled faster and more reliable internet connectivity, paving the way for widespread adoption and 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Modern Internet (2010s-Present)</a:t>
            </a:r>
          </a:p>
        </p:txBody>
      </p:sp>
      <p:sp>
        <p:nvSpPr>
          <p:cNvPr id="3" name="Content Placeholder 2"/>
          <p:cNvSpPr>
            <a:spLocks noGrp="1"/>
          </p:cNvSpPr>
          <p:nvPr>
            <p:ph idx="1"/>
          </p:nvPr>
        </p:nvSpPr>
        <p:spPr/>
        <p:txBody>
          <a:bodyPr wrap="square"/>
          <a:lstStyle/>
          <a:p/>
          <a:p>
            <a:pPr>
              <a:spcAft>
                <a:spcPts val="787"/>
              </a:spcAft>
            </a:pPr>
            <a:r>
              <a:t>The rise of mobile devices and social media platforms like Facebook, Twitter, and Instagram has transformed the way we interact with each other online. Today, the majority of internet users access the web through their smartphones.</a:t>
            </a:r>
          </a:p>
          <a:p>
            <a:pPr>
              <a:spcAft>
                <a:spcPts val="787"/>
              </a:spcAft>
            </a:pPr>
            <a:r>
              <a:t>Advances in cloud computing, artificial intelligence, and the Internet of Things (IoT) have enabled new applications, services, and industries to emerge, further expanding the reach and impact of the Internet.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