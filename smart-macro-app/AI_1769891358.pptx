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is AI?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Artificial Intelligence (AI) refers to the development of computer systems that can perform tasks that would typically require human intelligence.</a:t>
            </a:r>
          </a:p>
          <a:p>
            <a:pPr/>
            <a:r>
              <a:t>Examples include image recognition, speech recognition, decision-making, and problem-solving.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Types of AI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Narrow or Weak AI: Designed for a specific task or function, such as facial recognition or language translation.</a:t>
            </a:r>
          </a:p>
          <a:p>
            <a:pPr/>
            <a:r>
              <a:t>General or Strong AI: A more advanced form of AI that can perform any intellectual task that a human can.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Applications of AI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Healthcare: Diagnosis, treatment planning, and patient care.</a:t>
            </a:r>
          </a:p>
          <a:p>
            <a:pPr/>
            <a:r>
              <a:t>Finance: Automated trading, risk management, and customer service.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Benefits of AI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Increased Efficiency: Automation of repetitive tasks and processes.</a:t>
            </a:r>
          </a:p>
          <a:p>
            <a:pPr/>
            <a:r>
              <a:t>Improved Decision-Making: Data analysis and visualization for informed decisions.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Challenges of AI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Job Displacement: The potential for AI to replace human jobs.</a:t>
            </a:r>
          </a:p>
          <a:p>
            <a:pPr/>
            <a:r>
              <a:t>Bias and Unfairness: AI systems can perpetuate existing biases if not designed properly.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