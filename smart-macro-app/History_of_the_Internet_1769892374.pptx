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Dawn of the Internet</a:t>
            </a:r>
          </a:p>
        </p:txBody>
      </p:sp>
      <p:sp>
        <p:nvSpPr>
          <p:cNvPr id="3" name="Content Placeholder 2"/>
          <p:cNvSpPr>
            <a:spLocks noGrp="1"/>
          </p:cNvSpPr>
          <p:nvPr>
            <p:ph idx="1"/>
          </p:nvPr>
        </p:nvSpPr>
        <p:spPr/>
        <p:txBody>
          <a:bodyPr wrap="square"/>
          <a:lstStyle/>
          <a:p/>
          <a:p>
            <a:pPr>
              <a:spcAft>
                <a:spcPts val="787"/>
              </a:spcAft>
            </a:pPr>
            <a:r>
              <a:t>In the late 1960s, the United States Department of Defense's Advanced Research Projects Agency (ARPA) began funding research into packet switching and network communication. This led to the development of the first operational packet-switching network, ARPANET, in 1971.</a:t>
            </a:r>
          </a:p>
          <a:p>
            <a:pPr>
              <a:spcAft>
                <a:spcPts val="787"/>
              </a:spcAft>
            </a:pPr>
            <a:r>
              <a:t>ARPANET was designed to connect computers at different universities and research institutions across the United States, with the goal of creating a robust and fault-tolerant communication system.</a:t>
            </a:r>
          </a:p>
          <a:p>
            <a:pPr>
              <a:spcAft>
                <a:spcPts val="787"/>
              </a:spcAft>
            </a:pPr>
            <a:r>
              <a:t>The first message sent over ARPANET was 'LO' – yes, just two letters! – by Charley Kline, a graduate student at Stanford University, on October 29, 1971.</a:t>
            </a:r>
          </a:p>
          <a:p>
            <a:pPr>
              <a:spcAft>
                <a:spcPts val="787"/>
              </a:spcAft>
            </a:pPr>
            <a:r>
              <a:t>ARPANET was initially designed for military use, but it soon became clear that the network had much broader applications. In 1983, ARPANET was officially decommissioned and replaced with TCP/IP (Transmission Control Protocol/Internet Protocol), which is still in use today.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Internet Grows</a:t>
            </a:r>
          </a:p>
        </p:txBody>
      </p:sp>
      <p:sp>
        <p:nvSpPr>
          <p:cNvPr id="3" name="Content Placeholder 2"/>
          <p:cNvSpPr>
            <a:spLocks noGrp="1"/>
          </p:cNvSpPr>
          <p:nvPr>
            <p:ph idx="1"/>
          </p:nvPr>
        </p:nvSpPr>
        <p:spPr/>
        <p:txBody>
          <a:bodyPr wrap="square"/>
          <a:lstStyle/>
          <a:p/>
          <a:p>
            <a:pPr>
              <a:spcAft>
                <a:spcPts val="787"/>
              </a:spcAft>
            </a:pPr>
            <a:r>
              <a:t>In the early 1980s, the Internet began to grow rapidly as more networks and organizations connected to ARPANET. The National Science Foundation Network (NSFNET) was established in 1986 to provide high-speed connections between universities and research institutions.</a:t>
            </a:r>
          </a:p>
          <a:p>
            <a:pPr>
              <a:spcAft>
                <a:spcPts val="787"/>
              </a:spcAft>
            </a:pPr>
            <a:r>
              <a:t>The Internet Relay Chat (IRC) protocol was developed in the late 1980s, allowing users to communicate in real-time through online chat rooms and forums.</a:t>
            </a:r>
          </a:p>
          <a:p>
            <a:pPr>
              <a:spcAft>
                <a:spcPts val="787"/>
              </a:spcAft>
            </a:pPr>
            <a:r>
              <a:t>The World Wide Web (WWW) was invented by Tim Berners-Lee in 1989. Initially, it was designed for sharing information within CERN, but it quickly grew into a global network of interconnected documents and websites.</a:t>
            </a:r>
          </a:p>
          <a:p>
            <a:pPr>
              <a:spcAft>
                <a:spcPts val="787"/>
              </a:spcAft>
            </a:pPr>
            <a:r>
              <a:t>In the early 1990s, commercial Internet Service Providers (ISPs) began offering dial-up access to the Internet, making it possible for individuals to connect from home.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Rise of E-Commerce</a:t>
            </a:r>
          </a:p>
        </p:txBody>
      </p:sp>
      <p:sp>
        <p:nvSpPr>
          <p:cNvPr id="3" name="Content Placeholder 2"/>
          <p:cNvSpPr>
            <a:spLocks noGrp="1"/>
          </p:cNvSpPr>
          <p:nvPr>
            <p:ph idx="1"/>
          </p:nvPr>
        </p:nvSpPr>
        <p:spPr/>
        <p:txBody>
          <a:bodyPr wrap="square"/>
          <a:lstStyle/>
          <a:p/>
          <a:p>
            <a:pPr>
              <a:spcAft>
                <a:spcPts val="787"/>
              </a:spcAft>
            </a:pPr>
            <a:r>
              <a:t>The mid-1990s saw a surge in online shopping and e-commerce. Companies like Amazon (founded in 1994) and eBay (founded in 1995) revolutionized the way people bought and sold goods online.</a:t>
            </a:r>
          </a:p>
          <a:p>
            <a:pPr>
              <a:spcAft>
                <a:spcPts val="787"/>
              </a:spcAft>
            </a:pPr>
            <a:r>
              <a:t>Online banking and bill payment services became increasingly popular, making it easier for consumers to manage their finances digitally.</a:t>
            </a:r>
          </a:p>
          <a:p>
            <a:pPr>
              <a:spcAft>
                <a:spcPts val="787"/>
              </a:spcAft>
            </a:pPr>
            <a:r>
              <a:t>The first dot-com bubble emerged in the late 1990s, as investors poured money into Internet startups. However, many of these companies failed to deliver returns, leading to a crash in the market in 2000.</a:t>
            </a:r>
          </a:p>
          <a:p>
            <a:pPr>
              <a:spcAft>
                <a:spcPts val="787"/>
              </a:spcAft>
            </a:pPr>
            <a:r>
              <a:t>Despite this setback, e-commerce continued to grow, driven by improvements in technology and consumer demand.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Internet Goes Mobile</a:t>
            </a:r>
          </a:p>
        </p:txBody>
      </p:sp>
      <p:sp>
        <p:nvSpPr>
          <p:cNvPr id="3" name="Content Placeholder 2"/>
          <p:cNvSpPr>
            <a:spLocks noGrp="1"/>
          </p:cNvSpPr>
          <p:nvPr>
            <p:ph idx="1"/>
          </p:nvPr>
        </p:nvSpPr>
        <p:spPr/>
        <p:txBody>
          <a:bodyPr wrap="square"/>
          <a:lstStyle/>
          <a:p/>
          <a:p>
            <a:pPr>
              <a:spcAft>
                <a:spcPts val="787"/>
              </a:spcAft>
            </a:pPr>
            <a:r>
              <a:t>The early 2000s saw the rise of mobile Internet access. The first smartphone, the IBM Simon, was released in 1994, but it wasn't until the introduction of the iPhone in 2007 that mobile devices became a major force on the Internet.</a:t>
            </a:r>
          </a:p>
          <a:p>
            <a:pPr>
              <a:spcAft>
                <a:spcPts val="787"/>
              </a:spcAft>
            </a:pPr>
            <a:r>
              <a:t>The widespread adoption of mobile phones and tablets led to an explosion in mobile commerce, with online shopping and banking becoming increasingly popular.</a:t>
            </a:r>
          </a:p>
          <a:p>
            <a:pPr>
              <a:spcAft>
                <a:spcPts val="787"/>
              </a:spcAft>
            </a:pPr>
            <a:r>
              <a:t>Social media platforms like Facebook (founded in 2004) and Twitter (founded in 2006) became essential tools for communication and entertainment on-the-go.</a:t>
            </a:r>
          </a:p>
          <a:p>
            <a:pPr>
              <a:spcAft>
                <a:spcPts val="787"/>
              </a:spcAft>
            </a:pPr>
            <a:r>
              <a:t>The Internet of Things (IoT) emerged as a major trend, with devices like smart thermostats and fitness trackers connecting to the Internet and sharing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Modern Internet</a:t>
            </a:r>
          </a:p>
        </p:txBody>
      </p:sp>
      <p:sp>
        <p:nvSpPr>
          <p:cNvPr id="3" name="Content Placeholder 2"/>
          <p:cNvSpPr>
            <a:spLocks noGrp="1"/>
          </p:cNvSpPr>
          <p:nvPr>
            <p:ph idx="1"/>
          </p:nvPr>
        </p:nvSpPr>
        <p:spPr/>
        <p:txBody>
          <a:bodyPr wrap="square"/>
          <a:lstStyle/>
          <a:p/>
          <a:p>
            <a:pPr>
              <a:spcAft>
                <a:spcPts val="787"/>
              </a:spcAft>
            </a:pPr>
            <a:r>
              <a:t>Today, the Internet is an integral part of modern life. With billions of users worldwide, it has become a vital tool for communication, education, entertainment, and commerce.</a:t>
            </a:r>
          </a:p>
          <a:p>
            <a:pPr>
              <a:spcAft>
                <a:spcPts val="787"/>
              </a:spcAft>
            </a:pPr>
            <a:r>
              <a:t>Cloud computing has made it possible to access data and applications from anywhere, at any time, using devices like laptops, tablets, and smartphones.</a:t>
            </a:r>
          </a:p>
          <a:p>
            <a:pPr>
              <a:spcAft>
                <a:spcPts val="787"/>
              </a:spcAft>
            </a:pPr>
            <a:r>
              <a:t>Artificial intelligence (AI) and machine learning are being applied to various aspects of the Internet, from content recommendation algorithms to secure online transactions.</a:t>
            </a:r>
          </a:p>
          <a:p>
            <a:pPr>
              <a:spcAft>
                <a:spcPts val="787"/>
              </a:spcAft>
            </a:pPr>
            <a:r>
              <a:t>The ongoing development of new technologies like 5G networks, quantum computing, and blockchain is expected to further transform the way we interact with and rely on the Internet.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