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37160" cy="2468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000" b="1">
                <a:solidFill>
                  <a:srgbClr val="00D4FF"/>
                </a:solidFill>
                <a:latin typeface="Segoe UI"/>
              </a:rPr>
              <a:t>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91440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AI-Generated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5486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Segoe UI"/>
              </a:rPr>
              <a:t>Generated by Smart Macro Station  •  AI Powered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