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</a:pPr>
            <a:r>
              <a:t>The internet has revolutionized modern life, but how did it all begin?</a:t>
            </a:r>
          </a:p>
          <a:p>
            <a:pPr>
              <a:spcAft>
                <a:spcPts val="1000"/>
              </a:spcAft>
            </a:pPr>
            <a:r>
              <a:t>In this presentation, we'll explore the history of the internet from its humble beginnings to the global phenomenon it is today.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Early Years (1960s-1970s)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</a:pPr>
            <a:r>
              <a:t>The concept of a networked communication system dates back to the 1960s</a:t>
            </a:r>
          </a:p>
          <a:p>
            <a:pPr>
              <a:spcAft>
                <a:spcPts val="1000"/>
              </a:spcAft>
            </a:pPr>
            <a:r>
              <a:t>In 1969, the United States Department of Defense's Advanced Research Projects Agency (ARPA) funded the development of ARPANET, the first operational packet switching network.</a:t>
            </a:r>
          </a:p>
          <a:p>
            <a:pPr>
              <a:spcAft>
                <a:spcPts val="1000"/>
              </a:spcAft>
            </a:pPr>
            <a:r>
              <a:t>This led to the creation of other networks, such as the National Science Foundation Network (NSFNET), which connected universities and research institutions.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The Birth of the Internet (1980s)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</a:pPr>
            <a:r>
              <a:t>In the early 1980s, the Internet Protocol (IP) and Transmission Control Protocol (TCP) were developed</a:t>
            </a:r>
          </a:p>
          <a:p>
            <a:pPr>
              <a:spcAft>
                <a:spcPts val="1000"/>
              </a:spcAft>
            </a:pPr>
            <a:r>
              <a:t>This marked the beginning of the modern internet as we know it today.</a:t>
            </a:r>
          </a:p>
          <a:p>
            <a:pPr>
              <a:spcAft>
                <a:spcPts val="1000"/>
              </a:spcAft>
            </a:pPr>
            <a:r>
              <a:t>The Domain Name System (DNS) was also introduced, allowing users to access websites using easy-to-remember domain names.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The World Wide Web (1990s)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</a:pPr>
            <a:r>
              <a:t>In 1989, British computer scientist Tim Berners-Lee invented the World Wide Web (WWW)</a:t>
            </a:r>
          </a:p>
          <a:p>
            <a:pPr>
              <a:spcAft>
                <a:spcPts val="1000"/>
              </a:spcAft>
            </a:pPr>
            <a:r>
              <a:t>The first web page was created in 1990 and was initially only accessible by a limited number of people.</a:t>
            </a:r>
          </a:p>
          <a:p>
            <a:pPr>
              <a:spcAft>
                <a:spcPts val="1000"/>
              </a:spcAft>
            </a:pPr>
            <a:r>
              <a:t>By the mid-1990s, the internet had become widely available to the general public.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The Modern Internet (2000s-present)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spcAft>
                <a:spcPts val="1000"/>
              </a:spcAft>
            </a:pPr>
            <a:r>
              <a:t>Today, the internet is an integral part of modern life, with billions of users worldwide.</a:t>
            </a:r>
          </a:p>
          <a:p>
            <a:pPr>
              <a:spcAft>
                <a:spcPts val="1000"/>
              </a:spcAft>
            </a:pPr>
            <a:r>
              <a:t>The rise of social media, cloud computing, and mobile devices has transformed the way we communicate, work, and access information.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