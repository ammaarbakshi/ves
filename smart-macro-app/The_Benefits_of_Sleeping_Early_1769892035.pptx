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Improving sleep habits can have a significant impact on overall health and well-being.</a:t>
            </a:r>
          </a:p>
          <a:p>
            <a:pPr/>
            <a:r>
              <a:t>Starting with early bedtimes is a great place to start.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Improved Cognitive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Increased alertness and focus throughout the day</a:t>
            </a:r>
          </a:p>
          <a:p>
            <a:pPr/>
            <a:r>
              <a:t>Enhanced memory consolidation and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Boosted Productivity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More time for personal and professional goals</a:t>
            </a:r>
          </a:p>
          <a:p>
            <a:pPr/>
            <a:r>
              <a:t>Better prioritization and task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Enhanced Mood and Emotional Well-being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Reduced stress and anxiety levels</a:t>
            </a:r>
          </a:p>
          <a:p>
            <a:pPr/>
            <a:r>
              <a:t>Increased feelings of calmness and relaxation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Start reaping the benefits of early sleep by establishing a consistent bedtime routine.</a:t>
            </a:r>
          </a:p>
          <a:p>
            <a:pPr/>
            <a:r>
              <a:t>Say goodbye to groggy mornings and hello to a refreshed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