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(AI) refers to the development of computer systems that can perform tasks</a:t>
            </a:r>
          </a:p>
          <a:p>
            <a:pPr/>
            <a:r>
              <a:t>that would typically require human intelligence, such as understanding and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Machine Learning (ML): A subset of AI that involves training algorithms using data</a:t>
            </a:r>
          </a:p>
          <a:p>
            <a:pPr/>
            <a:r>
              <a:t>Deep Learning (DL): A type of ML that uses neural networks to analyze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Natural Language Processing (NLP) for chatbots and language translation</a:t>
            </a:r>
          </a:p>
          <a:p>
            <a:pPr/>
            <a:r>
              <a:t>Computer Vision for image recognition and facial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Data quality and bias issues</a:t>
            </a:r>
          </a:p>
          <a:p>
            <a:pPr/>
            <a:r>
              <a:t>Explainability and transparency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Increased adoption in industries such as healthcare and finance</a:t>
            </a:r>
          </a:p>
          <a:p>
            <a:pPr/>
            <a:r>
              <a:t>Improved accuracy and decision-making capabilities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